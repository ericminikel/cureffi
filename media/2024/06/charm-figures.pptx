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25"/>
  </p:normalViewPr>
  <p:slideViewPr>
    <p:cSldViewPr snapToGrid="0">
      <p:cViewPr>
        <p:scale>
          <a:sx n="131" d="100"/>
          <a:sy n="131" d="100"/>
        </p:scale>
        <p:origin x="144" y="-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1309B8-0E38-5445-93A3-B3EB2300C702}" type="datetimeFigureOut">
              <a:rPr lang="en-US" smtClean="0"/>
              <a:t>6/24/24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3AC8D-A4D5-9646-8561-AA88B9A34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233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3AC8D-A4D5-9646-8561-AA88B9A34CA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652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8DA51-57E1-50A3-9142-7B6CC0EC28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3FF816-ED45-6046-EE92-0FE90EA21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57941-438D-F06E-D332-FDE122095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B7B82-31CD-3748-AA0F-FCA283DC9439}" type="datetimeFigureOut">
              <a:rPr lang="en-US" smtClean="0"/>
              <a:t>6/24/24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DBA93-0364-1785-1C17-775A0DFF9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3153F-17EA-8FA9-F32B-1CF355996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588E7-6868-0A4A-AE4B-3ADD98DB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89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9007D-0041-DC62-72AD-156A3FA54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D0E95-F796-29AD-F31A-72A5450E3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58621-BAB5-D183-BD24-345927711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B7B82-31CD-3748-AA0F-FCA283DC9439}" type="datetimeFigureOut">
              <a:rPr lang="en-US" smtClean="0"/>
              <a:t>6/24/24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1DD17-B122-14C3-EC6D-94C1176ED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EBFC8-9DE0-31F1-B491-EF008B2F3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588E7-6868-0A4A-AE4B-3ADD98DB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900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2B975-02FB-977A-74EC-E1C769EE3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981BA-E7C5-84B3-DF29-28E02DBB8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30F4A-1F2B-DCD8-F392-2EA18D99B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B7B82-31CD-3748-AA0F-FCA283DC9439}" type="datetimeFigureOut">
              <a:rPr lang="en-US" smtClean="0"/>
              <a:t>6/24/24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F09F2-62A3-6036-BB5B-A1BC691A4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62200-29F3-9EA7-41B5-8D9FCA871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588E7-6868-0A4A-AE4B-3ADD98DB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228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67D32-EDBF-E278-556E-59CDD9479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63E01-42FD-0DB7-3894-188786E1C6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FAF9AA-6A86-DADB-DF68-5B67C8F9BA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19928-9D37-D02C-063D-6D0318463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B7B82-31CD-3748-AA0F-FCA283DC9439}" type="datetimeFigureOut">
              <a:rPr lang="en-US" smtClean="0"/>
              <a:t>6/24/24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C8F63-00BC-B8E6-8C5F-6330BF0AA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988466-6DE0-1BCE-FBD9-717FC3EB3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588E7-6868-0A4A-AE4B-3ADD98DB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031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EF00E-D256-3D68-2993-1CCE63914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CC9A6-7301-67FE-B1E4-0C8DEF4B3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966F4-BDD4-A08F-8DC8-5D7CD5680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3C0940-38B8-06A0-F6DD-1559B9B2A4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1D3AB6-D398-E92D-4DD6-7AEC10F4E1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04EE00-1811-CAB7-0D63-50C79497F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B7B82-31CD-3748-AA0F-FCA283DC9439}" type="datetimeFigureOut">
              <a:rPr lang="en-US" smtClean="0"/>
              <a:t>6/24/24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2D10DF-E9ED-BFBC-D24A-9AA909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DFDA77-BBA3-BAC6-12B1-DBF18D3F4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588E7-6868-0A4A-AE4B-3ADD98DB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70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55DDE-0FCD-7D8D-FAF2-CFC53373F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B57638-B004-C945-A058-CFFB859E9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B7B82-31CD-3748-AA0F-FCA283DC9439}" type="datetimeFigureOut">
              <a:rPr lang="en-US" smtClean="0"/>
              <a:t>6/24/24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5B65D7-7964-39C4-74C6-C37D91068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568103-B1C7-3EA1-8578-42FB9E4C5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588E7-6868-0A4A-AE4B-3ADD98DB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270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5589B1-04C1-10C0-1E1A-AD9FCF768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B7B82-31CD-3748-AA0F-FCA283DC9439}" type="datetimeFigureOut">
              <a:rPr lang="en-US" smtClean="0"/>
              <a:t>6/24/24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73C5A6-1904-C2F0-C1F3-04E1F176A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21183-F6D3-4861-59CA-BFDEB60FC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588E7-6868-0A4A-AE4B-3ADD98DB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83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5C53D-7EBE-3CBB-608A-131140DB7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13B87-289E-4FFD-BE36-0838FD714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B89228-AC5A-9295-8BE0-A299406021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3670AC-A997-EDA1-24C1-7B222CACA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B7B82-31CD-3748-AA0F-FCA283DC9439}" type="datetimeFigureOut">
              <a:rPr lang="en-US" smtClean="0"/>
              <a:t>6/24/24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5B16DB-B103-E5D1-C097-74CE1BDD1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6DBEEA-53FD-00F2-B3D0-5838BCCC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588E7-6868-0A4A-AE4B-3ADD98DB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685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727E6-EE2C-F3F2-A718-5471FD2C8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53B0D5-9112-0AB4-84D8-29EA40B334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BC419D-757C-324E-5303-D894DA15FB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F53C0-20D6-9DE6-EE72-F6DBBC8ED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B7B82-31CD-3748-AA0F-FCA283DC9439}" type="datetimeFigureOut">
              <a:rPr lang="en-US" smtClean="0"/>
              <a:t>6/24/24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3D638-71EC-C01A-D1A3-8D15AEA88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B64C4-6B9F-4A01-EBD4-D900C329F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588E7-6868-0A4A-AE4B-3ADD98DB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516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83DA5-D7BD-9B3C-4E1B-32A4B3A7C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839E58-8D59-A7E9-126F-47D2449099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0A8EE-A8AD-868C-3866-D63063784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B7B82-31CD-3748-AA0F-FCA283DC9439}" type="datetimeFigureOut">
              <a:rPr lang="en-US" smtClean="0"/>
              <a:t>6/24/24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C4E6C-8EF0-B665-0CF3-B43EDC91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97346-FFFE-CE0C-7FCB-127ACCBCA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588E7-6868-0A4A-AE4B-3ADD98DB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950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FC0FA0-7E85-ED3C-A163-2FE07A77B6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D31EBA-0177-7EAB-1422-82F6A75B3A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DBE0E-FF3A-E07C-5DA5-0E1A731E3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B7B82-31CD-3748-AA0F-FCA283DC9439}" type="datetimeFigureOut">
              <a:rPr lang="en-US" smtClean="0"/>
              <a:t>6/24/24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F557B-F794-0062-27DF-B6A855D0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E0204-5724-BD6D-7DB5-9AB45277F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588E7-6868-0A4A-AE4B-3ADD98DB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932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97A74D-E2F5-2472-DC07-1ED135109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AF285-E781-8623-6370-EFEE98996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88BA4-FC1F-1A8E-B389-387ED17A97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CB7B82-31CD-3748-AA0F-FCA283DC9439}" type="datetimeFigureOut">
              <a:rPr lang="en-US" smtClean="0"/>
              <a:t>6/24/24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0CB2E-CD36-F47B-EE52-0FC5D3D3D8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82504-7236-26CC-FE0C-EEF880278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A588E7-6868-0A4A-AE4B-3ADD98DB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474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52E088-B738-4266-E368-9A12BCDC9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74" y="940368"/>
            <a:ext cx="3496929" cy="51491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99381A-EE65-FBC2-164A-4672457718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8303" y="1027388"/>
            <a:ext cx="3118416" cy="48902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389137-68F5-7A7E-2E84-F57D6475CB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0090" y="940368"/>
            <a:ext cx="3240150" cy="497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141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</TotalTime>
  <Words>1</Words>
  <Application>Microsoft Macintosh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Vallabh/Minikel Lab</dc:creator>
  <cp:lastModifiedBy>Vallabh/Minikel Lab</cp:lastModifiedBy>
  <cp:revision>1</cp:revision>
  <dcterms:created xsi:type="dcterms:W3CDTF">2024-06-24T09:04:09Z</dcterms:created>
  <dcterms:modified xsi:type="dcterms:W3CDTF">2024-06-24T18:35:48Z</dcterms:modified>
</cp:coreProperties>
</file>