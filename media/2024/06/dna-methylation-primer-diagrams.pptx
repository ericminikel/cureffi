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7496"/>
    <p:restoredTop sz="86422"/>
  </p:normalViewPr>
  <p:slideViewPr>
    <p:cSldViewPr snapToGrid="0">
      <p:cViewPr>
        <p:scale>
          <a:sx n="190" d="100"/>
          <a:sy n="190" d="100"/>
        </p:scale>
        <p:origin x="-1504" y="-15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78E229-B49B-7941-BB10-70B99F5806DD}" type="datetimeFigureOut">
              <a:rPr lang="en-US" smtClean="0"/>
              <a:t>6/21/24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305F4-94DB-8943-A308-54221A6898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532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5F4-94DB-8943-A308-54221A6898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794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90023-6D44-E62E-4652-6777657F05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9E6DC-12FC-9AB6-8F8C-89392D6B6E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F72EDB-CB4D-EF67-21E7-2E3F784C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49ADA3-A8AC-E907-38C2-9D4173D84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49EAD-A927-11BD-F72B-D30DE08D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44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478FA-9600-F221-63CA-E03AFFE24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56B23-B099-4503-A0E6-E0CABCFC33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90F51-688B-DA5E-A0FF-40A53B842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9717F-8171-FFCD-336F-5980BD418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2E6BE-BD76-D44B-D3C6-EFA777D9E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89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C9EA-CE24-BFD4-BA41-839F243DE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73C72-CD5A-F55D-DAE5-6557E9956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C65DC-C905-6370-D012-9D473D826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19977-A1DC-6287-84B9-02C9B1174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F354A-A305-13F1-96E5-AD2E76641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267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40CBE-9731-1BE1-0716-3C54F6272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3AB8E-3B47-94F9-775A-B33D1A71D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26D385-414B-5179-6C7F-A6967B1142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67944-9B88-DECC-FD57-239D04691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959AFC-0423-B982-8955-2F822D52F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7906B-6A4B-C10B-6794-3A215F15E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591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B231C-3223-CD78-C14B-D84B61B1A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0368E6-CCCD-56E4-A7E2-6F45DAAAD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F6BED5-B718-B8A4-CF4D-4ED468AA3D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B8F742-5B93-3003-2C7C-A4CA2536D1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15E1-3E57-7BC0-D05D-B75C128611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5D3A4-BAFD-4F7D-51BB-6BF0B1250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031B47-C198-C52D-B867-4EE6597AD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715A6B-8BF4-7812-8C5B-CB8CEF4BE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85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884B3-0B30-7FE3-EF6A-982B484A4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AF9731-03A5-3F94-B6AE-05BC17336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B24365-5BA6-B97B-2438-19DCEA18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3108DE-BA93-5805-0B6D-526C3F7D7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465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70904E-5167-45A1-E82B-1AE52F18F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96FABF-D1D2-E27C-28EF-F9CC35492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C5CD5-5244-3D26-A3F4-E05FB2650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836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F35EE-779B-9524-6D93-89889F235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73A68-C9E9-A0F5-C699-7091BB465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E82242-0223-43FC-EA63-73E627EE2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8E5256-5468-6B0B-221D-C4437DC3F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538F74-D3F9-5015-701D-31377006B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48A52-6554-ABD2-05BF-B0E771B90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372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2531A-D8BE-E610-CB70-2D5D12F14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35E65-D48C-46B8-D7C1-29652ECBA6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93D3DE-F478-E768-F29C-B6DAB29B9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0F04FF-2DB2-F289-D5D7-BAE4C8657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0E2F57-3515-E7DD-4A50-859F11263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D8030B-1B9A-CB4A-A1C3-A2FEF2F0B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95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C4BE0-DF73-1E93-BC99-F19F328A6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C6DB7D-6BCF-C0C8-EC54-E7FDDAA964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7A373-67F7-AA97-4E3C-02561863E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8C395-DF03-4FEE-7E29-A9DCD8A5F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41D49-F2F2-B823-50EA-34ADEAC7A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188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7DFFA4-D699-C04B-C748-378A3CCE0B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24DEC8-4146-ED63-C29C-30CE7516FA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23DD3-3999-20DB-6A25-11EB2840E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2D41E3-26C8-96F9-FB37-2578CB757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34A87-D112-DA93-E956-AED848369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414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01DC45-0749-6541-DD35-AC18C8E59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934BC7-99EA-9BF6-ADFA-954AFA36B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932DE-C963-30D5-63E3-563081DCBD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37AA6-DB6B-8F43-8FDB-7ADD7F1E6E06}" type="datetimeFigureOut">
              <a:rPr lang="en-US" smtClean="0"/>
              <a:t>6/20/24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D5E57-CDE1-B49E-F60A-E8663F551C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7A33D-A7FF-2E1A-6FDA-669C856CB4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5FD43C-936F-044D-83DE-4EC4CF1002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55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87F15B-8A2A-3A79-04B1-DB1C1B381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5550" y="2355850"/>
            <a:ext cx="4660900" cy="2146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2D8DC9-DCB0-82B2-7A54-090E36662936}"/>
              </a:ext>
            </a:extLst>
          </p:cNvPr>
          <p:cNvSpPr txBox="1"/>
          <p:nvPr/>
        </p:nvSpPr>
        <p:spPr>
          <a:xfrm>
            <a:off x="4128939" y="4392891"/>
            <a:ext cx="13147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cytosine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0F3118-6BAA-226B-B251-AA70BDE66AD8}"/>
              </a:ext>
            </a:extLst>
          </p:cNvPr>
          <p:cNvSpPr txBox="1"/>
          <p:nvPr/>
        </p:nvSpPr>
        <p:spPr>
          <a:xfrm>
            <a:off x="6096000" y="4392891"/>
            <a:ext cx="2496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5-methylcytosine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571C551-DAEC-8589-1A5A-3A24D6108E47}"/>
              </a:ext>
            </a:extLst>
          </p:cNvPr>
          <p:cNvSpPr/>
          <p:nvPr/>
        </p:nvSpPr>
        <p:spPr>
          <a:xfrm>
            <a:off x="6268825" y="2875175"/>
            <a:ext cx="697583" cy="553825"/>
          </a:xfrm>
          <a:prstGeom prst="ellipse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055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1789</TotalTime>
  <Words>3</Words>
  <Application>Microsoft Macintosh PowerPoint</Application>
  <PresentationFormat>Widescreen</PresentationFormat>
  <Paragraphs>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Vallabh/Minikel Lab</dc:creator>
  <cp:lastModifiedBy>Vallabh/Minikel Lab</cp:lastModifiedBy>
  <cp:revision>2</cp:revision>
  <dcterms:created xsi:type="dcterms:W3CDTF">2024-06-20T09:07:11Z</dcterms:created>
  <dcterms:modified xsi:type="dcterms:W3CDTF">2024-06-21T14:56:38Z</dcterms:modified>
</cp:coreProperties>
</file>