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7248"/>
    <p:restoredTop sz="94625"/>
  </p:normalViewPr>
  <p:slideViewPr>
    <p:cSldViewPr snapToGrid="0">
      <p:cViewPr>
        <p:scale>
          <a:sx n="135" d="100"/>
          <a:sy n="135" d="100"/>
        </p:scale>
        <p:origin x="-16" y="-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0023-6D44-E62E-4652-6777657F0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E6DC-12FC-9AB6-8F8C-89392D6B6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72EDB-CB4D-EF67-21E7-2E3F784C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9ADA3-A8AC-E907-38C2-9D4173D8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9EAD-A927-11BD-F72B-D30DE08D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4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78FA-9600-F221-63CA-E03AFFE2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56B23-B099-4503-A0E6-E0CABCFC3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90F51-688B-DA5E-A0FF-40A53B84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9717F-8171-FFCD-336F-5980BD418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2E6BE-BD76-D44B-D3C6-EFA777D9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8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C9EA-CE24-BFD4-BA41-839F243D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73C72-CD5A-F55D-DAE5-6557E9956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C65DC-C905-6370-D012-9D473D82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19977-A1DC-6287-84B9-02C9B117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F354A-A305-13F1-96E5-AD2E7664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6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0CBE-9731-1BE1-0716-3C54F627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3AB8E-3B47-94F9-775A-B33D1A71D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6D385-414B-5179-6C7F-A6967B114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67944-9B88-DECC-FD57-239D0469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59AFC-0423-B982-8955-2F822D52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7906B-6A4B-C10B-6794-3A215F15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9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B231C-3223-CD78-C14B-D84B61B1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368E6-CCCD-56E4-A7E2-6F45DAAAD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6BED5-B718-B8A4-CF4D-4ED468AA3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8F742-5B93-3003-2C7C-A4CA2536D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715E1-3E57-7BC0-D05D-B75C128611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5D3A4-BAFD-4F7D-51BB-6BF0B125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31B47-C198-C52D-B867-4EE6597A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15A6B-8BF4-7812-8C5B-CB8CEF4B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8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84B3-0B30-7FE3-EF6A-982B484A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F9731-03A5-3F94-B6AE-05BC1733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24365-5BA6-B97B-2438-19DCEA18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108DE-BA93-5805-0B6D-526C3F7D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65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70904E-5167-45A1-E82B-1AE52F18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6FABF-D1D2-E27C-28EF-F9CC3549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C5CD5-5244-3D26-A3F4-E05FB265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3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35EE-779B-9524-6D93-89889F23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73A68-C9E9-A0F5-C699-7091BB465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82242-0223-43FC-EA63-73E627EE2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E5256-5468-6B0B-221D-C4437DC3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38F74-D3F9-5015-701D-31377006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48A52-6554-ABD2-05BF-B0E771B9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72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531A-D8BE-E610-CB70-2D5D12F1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35E65-D48C-46B8-D7C1-29652ECBA6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3D3DE-F478-E768-F29C-B6DAB29B9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F04FF-2DB2-F289-D5D7-BAE4C8657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E2F57-3515-E7DD-4A50-859F1126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8030B-1B9A-CB4A-A1C3-A2FEF2F0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9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4BE0-DF73-1E93-BC99-F19F328A6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6DB7D-6BCF-C0C8-EC54-E7FDDAA96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7A373-67F7-AA97-4E3C-02561863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8C395-DF03-4FEE-7E29-A9DCD8A5F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41D49-F2F2-B823-50EA-34ADEAC7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88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DFFA4-D699-C04B-C748-378A3CCE0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4DEC8-4146-ED63-C29C-30CE7516F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23DD3-3999-20DB-6A25-11EB2840E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D41E3-26C8-96F9-FB37-2578CB75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34A87-D112-DA93-E956-AED84836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1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1DC45-0749-6541-DD35-AC18C8E59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34BC7-99EA-9BF6-ADFA-954AFA36B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932DE-C963-30D5-63E3-563081DCB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37AA6-DB6B-8F43-8FDB-7ADD7F1E6E06}" type="datetimeFigureOut">
              <a:rPr lang="en-US" smtClean="0"/>
              <a:t>6/20/24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D5E57-CDE1-B49E-F60A-E8663F551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7A33D-A7FF-2E1A-6FDA-669C856CB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5FD43C-936F-044D-83DE-4EC4CF100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5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687F15B-8A2A-3A79-04B1-DB1C1B381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2355850"/>
            <a:ext cx="46609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55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Vallabh/Minikel Lab</dc:creator>
  <cp:lastModifiedBy>Vallabh/Minikel Lab</cp:lastModifiedBy>
  <cp:revision>1</cp:revision>
  <dcterms:created xsi:type="dcterms:W3CDTF">2024-06-20T09:07:11Z</dcterms:created>
  <dcterms:modified xsi:type="dcterms:W3CDTF">2024-06-20T09:13:23Z</dcterms:modified>
</cp:coreProperties>
</file>