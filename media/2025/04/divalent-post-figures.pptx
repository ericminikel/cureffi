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9"/>
  </p:normalViewPr>
  <p:slideViewPr>
    <p:cSldViewPr snapToGrid="0">
      <p:cViewPr>
        <p:scale>
          <a:sx n="235" d="100"/>
          <a:sy n="235" d="100"/>
        </p:scale>
        <p:origin x="-4472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416FE-BF24-C648-B308-9F4F56776238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0E3E7-32A0-E849-B636-035A8A9D9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0E3E7-32A0-E849-B636-035A8A9D9C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3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F0F2-DB9E-B00D-4881-A397DF2FE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6B630-A51E-B133-AE01-E63719BE2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8E5CE-8EC1-3B00-4938-7095364B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68C16-4A5F-3C84-870D-D9000675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0C00E-F5F6-06C3-3563-9E0E4D73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3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48AC-C38B-8C8F-507A-D08FE7D0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D5A7-D8DE-8E01-45D5-E7ACCA2E7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2933B-EB55-B1A7-5F26-E2FE580E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9E385-D652-4F9E-35AD-30B5CF4F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611C-7B18-0A3B-637A-E5D0522A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5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C04F-643B-BA0C-656C-1765E379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1AAB1-2700-1FBA-5C9D-64B9A01C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C20AB-93AD-C37F-DD25-6DBAC430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F5668-448D-DF83-569C-2A02103F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58D56-5380-46F6-AF47-4BFDFD9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CBDA-4E37-44DB-1F8F-0A5B7427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752D-71A2-61C2-D381-E34F00A43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B81BA-6593-B89A-5578-EA9C3EFDC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93C44-2099-966E-5151-90A83CF7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E969E-1FE2-8849-F069-1DB1DE91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01962-AE80-B153-CC99-D1A32F9C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4CC4-A42F-4548-30B4-08596050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C1874-B6C7-5E9B-374B-66BC9297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92059-6084-243C-D548-CDFC2FEB5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D3CF7-F111-AEEC-B039-333425A75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02831-7358-EBB4-12D6-386B9706D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8A590-D443-F94B-8B80-6199ECBD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CCB17-AC84-AE4E-06C9-4F3204B7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67DE6-45EC-D64A-9765-52EDEA8A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65EB-EBD0-FB58-53EC-99A5FFAE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71325-B945-D6B0-4DA2-5FF39AB2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6E50F-ADF1-084D-D2BB-8C45B2D5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56DB8-97C0-16BF-A2A6-E76C8BF3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4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ABC88-EBA7-B563-44F2-99FFE609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D56B2-334D-9DF8-0B6A-9D792EB8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F66BA-FA24-78C0-4D86-C1CEBD44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1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AAC0-A15A-D3BF-0BAD-46C3EFC6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CA6A0-FCE0-7D2E-F968-E317A6797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075DC-8793-A9DB-111A-C2C1E0C4E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433C-71DE-776E-A976-076CD976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EFAB-25C8-AB0C-E0DB-686FA610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FB568-683E-7F4C-8C6A-E2E02140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53BF-8F63-6663-3640-FA9E3695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E0792-0560-3140-656A-2C0D36CA5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F6EA3-C354-3A12-7C0E-60539CE31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4FD6D-F0D9-C958-8C91-40FF3929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38D4C-D84A-FB4E-514D-7F91DB88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E669A-07F7-2486-D303-F6063797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7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6994-C87A-8CDD-3728-6C4035D4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C36D7-BDC1-52A1-9E8B-F5367CB53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B686-048E-9D09-F0F9-9AA651E8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9E568-E187-60C7-CF9F-FBA35DD4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D23DC-92D9-8898-7719-8E76F1D3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2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2664E4-9332-9FC3-3CC6-AD58686F8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459CB-E5DA-19BF-BFA1-BC936270F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9F11C-4325-73A3-11C3-286C0896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E02D-F24B-2681-5C73-1C8D2F49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43E02-2CB3-D572-451D-59C4D7C3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D43C5D-590F-C1AA-14BB-C58F20D3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CCDA4-A606-5FAA-4044-62BB60F1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4C942-D214-8977-14BC-F02241265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2FC69-B485-D14B-B0BC-D1F3EDA055F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2E32D-6518-A83E-C5AD-16BFF7FBE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C2535-A69B-6F72-9A5A-5035ADBAD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370D6-3C9D-C140-9CE7-70493171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5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graphs and charts&#10;&#10;AI-generated content may be incorrect.">
            <a:extLst>
              <a:ext uri="{FF2B5EF4-FFF2-40B4-BE49-F238E27FC236}">
                <a16:creationId xmlns:a16="http://schemas.microsoft.com/office/drawing/2014/main" id="{C04E6BD4-5231-3F2B-6A06-F19EDC00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07" r="50000" b="31741"/>
          <a:stretch/>
        </p:blipFill>
        <p:spPr>
          <a:xfrm>
            <a:off x="468980" y="2661313"/>
            <a:ext cx="3184072" cy="2033516"/>
          </a:xfrm>
          <a:prstGeom prst="rect">
            <a:avLst/>
          </a:prstGeom>
        </p:spPr>
      </p:pic>
      <p:pic>
        <p:nvPicPr>
          <p:cNvPr id="6" name="Picture 5" descr="A collage of graphs and charts&#10;&#10;AI-generated content may be incorrect.">
            <a:extLst>
              <a:ext uri="{FF2B5EF4-FFF2-40B4-BE49-F238E27FC236}">
                <a16:creationId xmlns:a16="http://schemas.microsoft.com/office/drawing/2014/main" id="{E5DBE8FC-BC9F-3F36-00A1-96C9A4D9ED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851" r="49928"/>
          <a:stretch/>
        </p:blipFill>
        <p:spPr>
          <a:xfrm>
            <a:off x="3653052" y="2661313"/>
            <a:ext cx="3188621" cy="2067636"/>
          </a:xfrm>
          <a:prstGeom prst="rect">
            <a:avLst/>
          </a:prstGeom>
        </p:spPr>
      </p:pic>
      <p:pic>
        <p:nvPicPr>
          <p:cNvPr id="7" name="Picture 6" descr="A collage of graphs and charts&#10;&#10;AI-generated content may be incorrect.">
            <a:extLst>
              <a:ext uri="{FF2B5EF4-FFF2-40B4-BE49-F238E27FC236}">
                <a16:creationId xmlns:a16="http://schemas.microsoft.com/office/drawing/2014/main" id="{3554F289-EE57-C37F-9778-3288E73E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3" b="65373"/>
          <a:stretch/>
        </p:blipFill>
        <p:spPr>
          <a:xfrm>
            <a:off x="0" y="2395182"/>
            <a:ext cx="6368143" cy="2183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4B3981-68F3-2BB3-E513-30E6B77494A5}"/>
              </a:ext>
            </a:extLst>
          </p:cNvPr>
          <p:cNvSpPr/>
          <p:nvPr/>
        </p:nvSpPr>
        <p:spPr>
          <a:xfrm>
            <a:off x="699911" y="4611511"/>
            <a:ext cx="304800" cy="117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4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na molecule&#10;&#10;AI-generated content may be incorrect.">
            <a:extLst>
              <a:ext uri="{FF2B5EF4-FFF2-40B4-BE49-F238E27FC236}">
                <a16:creationId xmlns:a16="http://schemas.microsoft.com/office/drawing/2014/main" id="{DB83CCCD-B12C-58F9-BD3D-18ECBDFB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078"/>
          <a:stretch/>
        </p:blipFill>
        <p:spPr>
          <a:xfrm>
            <a:off x="3446318" y="163689"/>
            <a:ext cx="5299364" cy="36293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C4242C-0DB8-0652-FA44-DA30DE1C5EDA}"/>
              </a:ext>
            </a:extLst>
          </p:cNvPr>
          <p:cNvSpPr/>
          <p:nvPr/>
        </p:nvSpPr>
        <p:spPr>
          <a:xfrm>
            <a:off x="3618089" y="323249"/>
            <a:ext cx="248355" cy="237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2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Vallabh/Minikel Lab</dc:creator>
  <cp:lastModifiedBy>Vallabh/Minikel Lab</cp:lastModifiedBy>
  <cp:revision>2</cp:revision>
  <dcterms:created xsi:type="dcterms:W3CDTF">2025-04-08T18:03:44Z</dcterms:created>
  <dcterms:modified xsi:type="dcterms:W3CDTF">2025-04-09T15:19:45Z</dcterms:modified>
</cp:coreProperties>
</file>